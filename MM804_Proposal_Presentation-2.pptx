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Roboto"/>
      <p:regular r:id="rId14"/>
      <p:bold r:id="rId15"/>
      <p:italic r:id="rId16"/>
      <p:boldItalic r:id="rId17"/>
    </p:embeddedFont>
    <p:embeddedFont>
      <p:font typeface="Roboto Light"/>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dJmmanYQvm5cJnGTKV+jgwJC7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Light-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RobotoLight-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19" Type="http://schemas.openxmlformats.org/officeDocument/2006/relationships/font" Target="fonts/RobotoLight-bold.fntdata"/><Relationship Id="rId6" Type="http://schemas.openxmlformats.org/officeDocument/2006/relationships/slide" Target="slides/slide1.xml"/><Relationship Id="rId18" Type="http://schemas.openxmlformats.org/officeDocument/2006/relationships/font" Target="fonts/RobotoLight-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e69aaf871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e69aaf871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Explainable AI refers to artificial intelligence systems that not only make predictions but also clearly explain how and why those decisions are made. In medical imaging, especially histopathology, this is extremely important because clinicians need to trust and validate the model’s reasoning. Instead of acting like a black box, explainable AI highlights specific regions, labels infected or abnormal areas, and provides visual evidence that pathologists can interpret. This ensures that AI supports clinical decision-making rather than replacing expert judgment without transparency.</a:t>
            </a:r>
            <a:endParaRPr/>
          </a:p>
        </p:txBody>
      </p:sp>
      <p:sp>
        <p:nvSpPr>
          <p:cNvPr id="128" name="Google Shape;128;g3be69aaf871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e69aaf871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e69aaf871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However, there is a clear gap in current approaches. Whole Slide Images are extremely large and complex, making them computationally expensive and time-consuming to process. Patch-based models break images into small regions, but they are difficult to interpret in a global context. Additionally, heatmaps require dynamic processing and real-time rendering during zooming, and static visualizations are often insufficient. Therefore, we need an explainable AI model that efficiently handles large WSIs while providing clear, interpretable visual outputs. By addressing this gap, we can make AI systems more practical, trustworthy, and clinically useful.</a:t>
            </a:r>
            <a:endParaRPr/>
          </a:p>
        </p:txBody>
      </p:sp>
      <p:sp>
        <p:nvSpPr>
          <p:cNvPr id="134" name="Google Shape;134;g3be69aaf871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e69aaf87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e69aaf871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be69aaf871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e69aaf87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e69aaf87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be69aaf87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e69aaf871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e69aaf871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be69aaf871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e69aaf871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e69aaf871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be69aaf871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e69aaf871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e69aaf871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be69aaf871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bg>
      <p:bgPr>
        <a:solidFill>
          <a:schemeClr val="dk2"/>
        </a:solidFill>
      </p:bgPr>
    </p:bg>
    <p:spTree>
      <p:nvGrpSpPr>
        <p:cNvPr id="15" name="Shape 15"/>
        <p:cNvGrpSpPr/>
        <p:nvPr/>
      </p:nvGrpSpPr>
      <p:grpSpPr>
        <a:xfrm>
          <a:off x="0" y="0"/>
          <a:ext cx="0" cy="0"/>
          <a:chOff x="0" y="0"/>
          <a:chExt cx="0" cy="0"/>
        </a:xfrm>
      </p:grpSpPr>
      <p:pic>
        <p:nvPicPr>
          <p:cNvPr id="16" name="Google Shape;16;p13"/>
          <p:cNvPicPr preferRelativeResize="0"/>
          <p:nvPr/>
        </p:nvPicPr>
        <p:blipFill rotWithShape="1">
          <a:blip r:embed="rId2">
            <a:alphaModFix/>
          </a:blip>
          <a:srcRect b="0" l="0" r="0" t="0"/>
          <a:stretch/>
        </p:blipFill>
        <p:spPr>
          <a:xfrm>
            <a:off x="507312" y="5876636"/>
            <a:ext cx="2443706" cy="661837"/>
          </a:xfrm>
          <a:prstGeom prst="rect">
            <a:avLst/>
          </a:prstGeom>
          <a:noFill/>
          <a:ln>
            <a:noFill/>
          </a:ln>
        </p:spPr>
      </p:pic>
      <p:pic>
        <p:nvPicPr>
          <p:cNvPr descr="Shape, polygon&#10;&#10;Description automatically generated" id="17" name="Google Shape;17;p13"/>
          <p:cNvPicPr preferRelativeResize="0"/>
          <p:nvPr/>
        </p:nvPicPr>
        <p:blipFill rotWithShape="1">
          <a:blip r:embed="rId3">
            <a:alphaModFix/>
          </a:blip>
          <a:srcRect b="2611" l="0" r="0" t="1318"/>
          <a:stretch/>
        </p:blipFill>
        <p:spPr>
          <a:xfrm>
            <a:off x="5297365" y="0"/>
            <a:ext cx="6796523" cy="6858000"/>
          </a:xfrm>
          <a:prstGeom prst="rect">
            <a:avLst/>
          </a:prstGeom>
          <a:noFill/>
          <a:ln>
            <a:noFill/>
          </a:ln>
        </p:spPr>
      </p:pic>
      <p:sp>
        <p:nvSpPr>
          <p:cNvPr id="18" name="Google Shape;18;p13"/>
          <p:cNvSpPr txBox="1"/>
          <p:nvPr>
            <p:ph type="title"/>
          </p:nvPr>
        </p:nvSpPr>
        <p:spPr>
          <a:xfrm>
            <a:off x="408630" y="1943155"/>
            <a:ext cx="5227400" cy="1412694"/>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rgbClr val="F2CD00"/>
              </a:buClr>
              <a:buSzPts val="5400"/>
              <a:buFont typeface="Roboto"/>
              <a:buNone/>
              <a:defRPr b="1" i="0" sz="5400" cap="none">
                <a:solidFill>
                  <a:srgbClr val="F2CD00"/>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 type="body"/>
          </p:nvPr>
        </p:nvSpPr>
        <p:spPr>
          <a:xfrm>
            <a:off x="407988" y="3665913"/>
            <a:ext cx="5227637" cy="2068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b="1" sz="2000"/>
            </a:lvl1pPr>
            <a:lvl2pPr indent="-228600" lvl="1" marL="914400" algn="l">
              <a:lnSpc>
                <a:spcPct val="90000"/>
              </a:lnSpc>
              <a:spcBef>
                <a:spcPts val="500"/>
              </a:spcBef>
              <a:spcAft>
                <a:spcPts val="0"/>
              </a:spcAft>
              <a:buClr>
                <a:schemeClr val="lt1"/>
              </a:buClr>
              <a:buSzPts val="1600"/>
              <a:buNone/>
              <a:defRPr sz="1600"/>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bg>
      <p:bgPr>
        <a:solidFill>
          <a:schemeClr val="dk2"/>
        </a:solidFill>
      </p:bgPr>
    </p:bg>
    <p:spTree>
      <p:nvGrpSpPr>
        <p:cNvPr id="20" name="Shape 20"/>
        <p:cNvGrpSpPr/>
        <p:nvPr/>
      </p:nvGrpSpPr>
      <p:grpSpPr>
        <a:xfrm>
          <a:off x="0" y="0"/>
          <a:ext cx="0" cy="0"/>
          <a:chOff x="0" y="0"/>
          <a:chExt cx="0" cy="0"/>
        </a:xfrm>
      </p:grpSpPr>
      <p:pic>
        <p:nvPicPr>
          <p:cNvPr descr="Shape, polygon&#10;&#10;Description automatically generated" id="21" name="Google Shape;21;p17"/>
          <p:cNvPicPr preferRelativeResize="0"/>
          <p:nvPr/>
        </p:nvPicPr>
        <p:blipFill rotWithShape="1">
          <a:blip r:embed="rId2">
            <a:alphaModFix/>
          </a:blip>
          <a:srcRect b="2611" l="0" r="78139" t="1318"/>
          <a:stretch/>
        </p:blipFill>
        <p:spPr>
          <a:xfrm>
            <a:off x="10714803" y="0"/>
            <a:ext cx="1485820" cy="6858000"/>
          </a:xfrm>
          <a:prstGeom prst="rect">
            <a:avLst/>
          </a:prstGeom>
          <a:noFill/>
          <a:ln>
            <a:noFill/>
          </a:ln>
        </p:spPr>
      </p:pic>
      <p:sp>
        <p:nvSpPr>
          <p:cNvPr id="22" name="Google Shape;22;p17"/>
          <p:cNvSpPr txBox="1"/>
          <p:nvPr>
            <p:ph idx="1" type="body"/>
          </p:nvPr>
        </p:nvSpPr>
        <p:spPr>
          <a:xfrm>
            <a:off x="390592" y="1074258"/>
            <a:ext cx="10539884" cy="702587"/>
          </a:xfrm>
          <a:prstGeom prst="rect">
            <a:avLst/>
          </a:prstGeom>
          <a:noFill/>
          <a:ln>
            <a:noFill/>
          </a:ln>
        </p:spPr>
        <p:txBody>
          <a:bodyPr anchorCtr="0" anchor="t" bIns="0" lIns="0" spcFirstLastPara="1" rIns="0" wrap="square" tIns="0">
            <a:noAutofit/>
          </a:bodyPr>
          <a:lstStyle>
            <a:lvl1pPr indent="-228600" lvl="0" marL="457200" algn="l">
              <a:lnSpc>
                <a:spcPct val="80000"/>
              </a:lnSpc>
              <a:spcBef>
                <a:spcPts val="400"/>
              </a:spcBef>
              <a:spcAft>
                <a:spcPts val="0"/>
              </a:spcAft>
              <a:buClr>
                <a:schemeClr val="lt2"/>
              </a:buClr>
              <a:buSzPts val="5400"/>
              <a:buNone/>
              <a:defRPr b="1" i="0" sz="5400">
                <a:solidFill>
                  <a:schemeClr val="lt2"/>
                </a:solidFill>
                <a:latin typeface="Roboto"/>
                <a:ea typeface="Roboto"/>
                <a:cs typeface="Roboto"/>
                <a:sym typeface="Roboto"/>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 name="Google Shape;23;p17"/>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7"/>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7"/>
          <p:cNvSpPr txBox="1"/>
          <p:nvPr>
            <p:ph idx="2" type="body"/>
          </p:nvPr>
        </p:nvSpPr>
        <p:spPr>
          <a:xfrm>
            <a:off x="390525" y="2340855"/>
            <a:ext cx="10539886" cy="338453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7" name="Google Shape;27;p17"/>
          <p:cNvPicPr preferRelativeResize="0"/>
          <p:nvPr/>
        </p:nvPicPr>
        <p:blipFill rotWithShape="1">
          <a:blip r:embed="rId3">
            <a:alphaModFix/>
          </a:blip>
          <a:srcRect b="0" l="0" r="0" t="0"/>
          <a:stretch/>
        </p:blipFill>
        <p:spPr>
          <a:xfrm>
            <a:off x="382428" y="6288677"/>
            <a:ext cx="1719072" cy="465582"/>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ise 1">
  <p:cSld name="Promise 1">
    <p:bg>
      <p:bgPr>
        <a:solidFill>
          <a:schemeClr val="dk2"/>
        </a:solidFill>
      </p:bgPr>
    </p:bg>
    <p:spTree>
      <p:nvGrpSpPr>
        <p:cNvPr id="28" name="Shape 28"/>
        <p:cNvGrpSpPr/>
        <p:nvPr/>
      </p:nvGrpSpPr>
      <p:grpSpPr>
        <a:xfrm>
          <a:off x="0" y="0"/>
          <a:ext cx="0" cy="0"/>
          <a:chOff x="0" y="0"/>
          <a:chExt cx="0" cy="0"/>
        </a:xfrm>
      </p:grpSpPr>
      <p:pic>
        <p:nvPicPr>
          <p:cNvPr id="29" name="Google Shape;29;p21"/>
          <p:cNvPicPr preferRelativeResize="0"/>
          <p:nvPr/>
        </p:nvPicPr>
        <p:blipFill rotWithShape="1">
          <a:blip r:embed="rId2">
            <a:alphaModFix/>
          </a:blip>
          <a:srcRect b="0" l="0" r="0" t="0"/>
          <a:stretch/>
        </p:blipFill>
        <p:spPr>
          <a:xfrm>
            <a:off x="9234013" y="5876636"/>
            <a:ext cx="2443706" cy="661837"/>
          </a:xfrm>
          <a:prstGeom prst="rect">
            <a:avLst/>
          </a:prstGeom>
          <a:noFill/>
          <a:ln>
            <a:noFill/>
          </a:ln>
        </p:spPr>
      </p:pic>
      <p:sp>
        <p:nvSpPr>
          <p:cNvPr id="30" name="Google Shape;30;p21"/>
          <p:cNvSpPr txBox="1"/>
          <p:nvPr>
            <p:ph type="title"/>
          </p:nvPr>
        </p:nvSpPr>
        <p:spPr>
          <a:xfrm>
            <a:off x="318654" y="2599170"/>
            <a:ext cx="11516592"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2CD00"/>
              </a:buClr>
              <a:buSzPts val="8900"/>
              <a:buFont typeface="Roboto"/>
              <a:buNone/>
              <a:defRPr b="1" i="0" sz="8900">
                <a:solidFill>
                  <a:srgbClr val="F2CD00"/>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ise 2">
  <p:cSld name="Promise 2">
    <p:bg>
      <p:bgPr>
        <a:solidFill>
          <a:schemeClr val="dk2"/>
        </a:solidFill>
      </p:bgPr>
    </p:bg>
    <p:spTree>
      <p:nvGrpSpPr>
        <p:cNvPr id="31" name="Shape 31"/>
        <p:cNvGrpSpPr/>
        <p:nvPr/>
      </p:nvGrpSpPr>
      <p:grpSpPr>
        <a:xfrm>
          <a:off x="0" y="0"/>
          <a:ext cx="0" cy="0"/>
          <a:chOff x="0" y="0"/>
          <a:chExt cx="0" cy="0"/>
        </a:xfrm>
      </p:grpSpPr>
      <p:pic>
        <p:nvPicPr>
          <p:cNvPr id="32" name="Google Shape;32;p23"/>
          <p:cNvPicPr preferRelativeResize="0"/>
          <p:nvPr/>
        </p:nvPicPr>
        <p:blipFill rotWithShape="1">
          <a:blip r:embed="rId2">
            <a:alphaModFix/>
          </a:blip>
          <a:srcRect b="0" l="0" r="0" t="0"/>
          <a:stretch/>
        </p:blipFill>
        <p:spPr>
          <a:xfrm>
            <a:off x="9234013" y="5876636"/>
            <a:ext cx="2443706" cy="661837"/>
          </a:xfrm>
          <a:prstGeom prst="rect">
            <a:avLst/>
          </a:prstGeom>
          <a:noFill/>
          <a:ln>
            <a:noFill/>
          </a:ln>
        </p:spPr>
      </p:pic>
      <p:sp>
        <p:nvSpPr>
          <p:cNvPr id="33" name="Google Shape;33;p23"/>
          <p:cNvSpPr txBox="1"/>
          <p:nvPr>
            <p:ph type="title"/>
          </p:nvPr>
        </p:nvSpPr>
        <p:spPr>
          <a:xfrm>
            <a:off x="318654" y="2630343"/>
            <a:ext cx="9137073"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2CD00"/>
              </a:buClr>
              <a:buSzPts val="7200"/>
              <a:buFont typeface="Roboto"/>
              <a:buNone/>
              <a:defRPr b="1" i="0" sz="7200">
                <a:solidFill>
                  <a:srgbClr val="F2CD00"/>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p:cSld name="Content 1">
    <p:spTree>
      <p:nvGrpSpPr>
        <p:cNvPr id="41" name="Shape 41"/>
        <p:cNvGrpSpPr/>
        <p:nvPr/>
      </p:nvGrpSpPr>
      <p:grpSpPr>
        <a:xfrm>
          <a:off x="0" y="0"/>
          <a:ext cx="0" cy="0"/>
          <a:chOff x="0" y="0"/>
          <a:chExt cx="0" cy="0"/>
        </a:xfrm>
      </p:grpSpPr>
      <p:sp>
        <p:nvSpPr>
          <p:cNvPr id="42" name="Google Shape;42;p14"/>
          <p:cNvSpPr/>
          <p:nvPr/>
        </p:nvSpPr>
        <p:spPr>
          <a:xfrm>
            <a:off x="0" y="0"/>
            <a:ext cx="12192000" cy="1485900"/>
          </a:xfrm>
          <a:prstGeom prst="rect">
            <a:avLst/>
          </a:prstGeom>
          <a:solidFill>
            <a:srgbClr val="F2CD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 name="Google Shape;43;p14"/>
          <p:cNvSpPr txBox="1"/>
          <p:nvPr>
            <p:ph type="title"/>
          </p:nvPr>
        </p:nvSpPr>
        <p:spPr>
          <a:xfrm>
            <a:off x="390591" y="365125"/>
            <a:ext cx="9502709"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4"/>
          <p:cNvSpPr txBox="1"/>
          <p:nvPr>
            <p:ph idx="1" type="body"/>
          </p:nvPr>
        </p:nvSpPr>
        <p:spPr>
          <a:xfrm>
            <a:off x="390525" y="1965325"/>
            <a:ext cx="11410818" cy="41941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4"/>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4"/>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8" name="Google Shape;48;p14"/>
          <p:cNvPicPr preferRelativeResize="0"/>
          <p:nvPr/>
        </p:nvPicPr>
        <p:blipFill rotWithShape="1">
          <a:blip r:embed="rId2">
            <a:alphaModFix/>
          </a:blip>
          <a:srcRect b="0" l="0" r="0" t="0"/>
          <a:stretch/>
        </p:blipFill>
        <p:spPr>
          <a:xfrm>
            <a:off x="390591" y="6288677"/>
            <a:ext cx="1705010" cy="46177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bg>
      <p:bgPr>
        <a:solidFill>
          <a:schemeClr val="lt2"/>
        </a:solidFill>
      </p:bgPr>
    </p:bg>
    <p:spTree>
      <p:nvGrpSpPr>
        <p:cNvPr id="49" name="Shape 49"/>
        <p:cNvGrpSpPr/>
        <p:nvPr/>
      </p:nvGrpSpPr>
      <p:grpSpPr>
        <a:xfrm>
          <a:off x="0" y="0"/>
          <a:ext cx="0" cy="0"/>
          <a:chOff x="0" y="0"/>
          <a:chExt cx="0" cy="0"/>
        </a:xfrm>
      </p:grpSpPr>
      <p:pic>
        <p:nvPicPr>
          <p:cNvPr descr="Shape, polygon&#10;&#10;Description automatically generated" id="50" name="Google Shape;50;p15"/>
          <p:cNvPicPr preferRelativeResize="0"/>
          <p:nvPr/>
        </p:nvPicPr>
        <p:blipFill rotWithShape="1">
          <a:blip r:embed="rId2">
            <a:alphaModFix/>
          </a:blip>
          <a:srcRect b="2611" l="0" r="78139" t="1318"/>
          <a:stretch/>
        </p:blipFill>
        <p:spPr>
          <a:xfrm>
            <a:off x="10714803" y="0"/>
            <a:ext cx="1485820" cy="6858000"/>
          </a:xfrm>
          <a:prstGeom prst="rect">
            <a:avLst/>
          </a:prstGeom>
          <a:noFill/>
          <a:ln>
            <a:noFill/>
          </a:ln>
        </p:spPr>
      </p:pic>
      <p:sp>
        <p:nvSpPr>
          <p:cNvPr id="51" name="Google Shape;51;p15"/>
          <p:cNvSpPr txBox="1"/>
          <p:nvPr>
            <p:ph idx="1" type="body"/>
          </p:nvPr>
        </p:nvSpPr>
        <p:spPr>
          <a:xfrm>
            <a:off x="390526" y="1965324"/>
            <a:ext cx="10503552" cy="419417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1000"/>
              </a:spcBef>
              <a:spcAft>
                <a:spcPts val="0"/>
              </a:spcAft>
              <a:buClr>
                <a:schemeClr val="dk1"/>
              </a:buClr>
              <a:buSzPts val="3200"/>
              <a:buFont typeface="Arial"/>
              <a:buNone/>
              <a:defRPr b="1" i="0" sz="3200">
                <a:solidFill>
                  <a:schemeClr val="dk1"/>
                </a:solidFill>
                <a:latin typeface="Roboto"/>
                <a:ea typeface="Roboto"/>
                <a:cs typeface="Roboto"/>
                <a:sym typeface="Roboto"/>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5"/>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5"/>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5" name="Google Shape;55;p15"/>
          <p:cNvPicPr preferRelativeResize="0"/>
          <p:nvPr/>
        </p:nvPicPr>
        <p:blipFill rotWithShape="1">
          <a:blip r:embed="rId3">
            <a:alphaModFix/>
          </a:blip>
          <a:srcRect b="0" l="0" r="0" t="0"/>
          <a:stretch/>
        </p:blipFill>
        <p:spPr>
          <a:xfrm>
            <a:off x="390591" y="6288677"/>
            <a:ext cx="1705010" cy="4617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ontent 4">
    <p:spTree>
      <p:nvGrpSpPr>
        <p:cNvPr id="56" name="Shape 56"/>
        <p:cNvGrpSpPr/>
        <p:nvPr/>
      </p:nvGrpSpPr>
      <p:grpSpPr>
        <a:xfrm>
          <a:off x="0" y="0"/>
          <a:ext cx="0" cy="0"/>
          <a:chOff x="0" y="0"/>
          <a:chExt cx="0" cy="0"/>
        </a:xfrm>
      </p:grpSpPr>
      <p:sp>
        <p:nvSpPr>
          <p:cNvPr id="57" name="Google Shape;57;p18"/>
          <p:cNvSpPr txBox="1"/>
          <p:nvPr>
            <p:ph idx="1" type="body"/>
          </p:nvPr>
        </p:nvSpPr>
        <p:spPr>
          <a:xfrm>
            <a:off x="390525" y="1965325"/>
            <a:ext cx="11410818" cy="41941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8"/>
          <p:cNvSpPr txBox="1"/>
          <p:nvPr>
            <p:ph type="title"/>
          </p:nvPr>
        </p:nvSpPr>
        <p:spPr>
          <a:xfrm>
            <a:off x="351487" y="556576"/>
            <a:ext cx="11449855" cy="760977"/>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800"/>
              <a:buFont typeface="Roboto"/>
              <a:buNone/>
              <a:defRPr b="1" i="0" sz="5400">
                <a:solidFill>
                  <a:schemeClr val="dk1"/>
                </a:solidFill>
                <a:latin typeface="Roboto"/>
                <a:ea typeface="Roboto"/>
                <a:cs typeface="Roboto"/>
                <a:sym typeface="Robo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18"/>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8"/>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2" name="Google Shape;62;p18"/>
          <p:cNvPicPr preferRelativeResize="0"/>
          <p:nvPr/>
        </p:nvPicPr>
        <p:blipFill rotWithShape="1">
          <a:blip r:embed="rId2">
            <a:alphaModFix/>
          </a:blip>
          <a:srcRect b="0" l="0" r="0" t="0"/>
          <a:stretch/>
        </p:blipFill>
        <p:spPr>
          <a:xfrm>
            <a:off x="390591" y="6288677"/>
            <a:ext cx="1705010" cy="46177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5">
  <p:cSld name="Content 5">
    <p:spTree>
      <p:nvGrpSpPr>
        <p:cNvPr id="63" name="Shape 63"/>
        <p:cNvGrpSpPr/>
        <p:nvPr/>
      </p:nvGrpSpPr>
      <p:grpSpPr>
        <a:xfrm>
          <a:off x="0" y="0"/>
          <a:ext cx="0" cy="0"/>
          <a:chOff x="0" y="0"/>
          <a:chExt cx="0" cy="0"/>
        </a:xfrm>
      </p:grpSpPr>
      <p:sp>
        <p:nvSpPr>
          <p:cNvPr id="64" name="Google Shape;64;p19"/>
          <p:cNvSpPr/>
          <p:nvPr/>
        </p:nvSpPr>
        <p:spPr>
          <a:xfrm>
            <a:off x="0" y="0"/>
            <a:ext cx="12192000" cy="1485900"/>
          </a:xfrm>
          <a:prstGeom prst="rect">
            <a:avLst/>
          </a:prstGeom>
          <a:solidFill>
            <a:srgbClr val="275D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5" name="Google Shape;65;p19"/>
          <p:cNvSpPr txBox="1"/>
          <p:nvPr>
            <p:ph type="title"/>
          </p:nvPr>
        </p:nvSpPr>
        <p:spPr>
          <a:xfrm>
            <a:off x="351487" y="556576"/>
            <a:ext cx="11449855" cy="760977"/>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800"/>
              <a:buFont typeface="Roboto"/>
              <a:buNone/>
              <a:defRPr b="1" i="0" sz="5400">
                <a:solidFill>
                  <a:schemeClr val="lt2"/>
                </a:solidFill>
                <a:latin typeface="Roboto"/>
                <a:ea typeface="Roboto"/>
                <a:cs typeface="Roboto"/>
                <a:sym typeface="Robo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9"/>
          <p:cNvSpPr txBox="1"/>
          <p:nvPr>
            <p:ph idx="1" type="body"/>
          </p:nvPr>
        </p:nvSpPr>
        <p:spPr>
          <a:xfrm>
            <a:off x="390525" y="1965325"/>
            <a:ext cx="11410818" cy="41941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9"/>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9"/>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9"/>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0" name="Google Shape;70;p19"/>
          <p:cNvPicPr preferRelativeResize="0"/>
          <p:nvPr/>
        </p:nvPicPr>
        <p:blipFill rotWithShape="1">
          <a:blip r:embed="rId2">
            <a:alphaModFix/>
          </a:blip>
          <a:srcRect b="0" l="0" r="0" t="0"/>
          <a:stretch/>
        </p:blipFill>
        <p:spPr>
          <a:xfrm>
            <a:off x="390591" y="6288677"/>
            <a:ext cx="1705010" cy="46177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1">
  <p:cSld name="End Slide 1">
    <p:bg>
      <p:bgPr>
        <a:solidFill>
          <a:schemeClr val="lt2"/>
        </a:solidFill>
      </p:bgPr>
    </p:bg>
    <p:spTree>
      <p:nvGrpSpPr>
        <p:cNvPr id="71" name="Shape 71"/>
        <p:cNvGrpSpPr/>
        <p:nvPr/>
      </p:nvGrpSpPr>
      <p:grpSpPr>
        <a:xfrm>
          <a:off x="0" y="0"/>
          <a:ext cx="0" cy="0"/>
          <a:chOff x="0" y="0"/>
          <a:chExt cx="0" cy="0"/>
        </a:xfrm>
      </p:grpSpPr>
      <p:pic>
        <p:nvPicPr>
          <p:cNvPr id="72" name="Google Shape;72;p24"/>
          <p:cNvPicPr preferRelativeResize="0"/>
          <p:nvPr/>
        </p:nvPicPr>
        <p:blipFill rotWithShape="1">
          <a:blip r:embed="rId2">
            <a:alphaModFix/>
          </a:blip>
          <a:srcRect b="0" l="0" r="0" t="0"/>
          <a:stretch/>
        </p:blipFill>
        <p:spPr>
          <a:xfrm>
            <a:off x="9330379" y="5906804"/>
            <a:ext cx="2407631" cy="65206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bg>
      <p:bgPr>
        <a:solidFill>
          <a:schemeClr val="dk2"/>
        </a:solidFill>
      </p:bgPr>
    </p:bg>
    <p:spTree>
      <p:nvGrpSpPr>
        <p:cNvPr id="73" name="Shape 73"/>
        <p:cNvGrpSpPr/>
        <p:nvPr/>
      </p:nvGrpSpPr>
      <p:grpSpPr>
        <a:xfrm>
          <a:off x="0" y="0"/>
          <a:ext cx="0" cy="0"/>
          <a:chOff x="0" y="0"/>
          <a:chExt cx="0" cy="0"/>
        </a:xfrm>
      </p:grpSpPr>
      <p:pic>
        <p:nvPicPr>
          <p:cNvPr id="74" name="Google Shape;74;p12"/>
          <p:cNvPicPr preferRelativeResize="0"/>
          <p:nvPr/>
        </p:nvPicPr>
        <p:blipFill rotWithShape="1">
          <a:blip r:embed="rId2">
            <a:alphaModFix/>
          </a:blip>
          <a:srcRect b="0" l="0" r="0" t="0"/>
          <a:stretch/>
        </p:blipFill>
        <p:spPr>
          <a:xfrm>
            <a:off x="507312" y="5876636"/>
            <a:ext cx="2443706" cy="661837"/>
          </a:xfrm>
          <a:prstGeom prst="rect">
            <a:avLst/>
          </a:prstGeom>
          <a:noFill/>
          <a:ln>
            <a:noFill/>
          </a:ln>
        </p:spPr>
      </p:pic>
      <p:pic>
        <p:nvPicPr>
          <p:cNvPr descr="Shape, polygon&#10;&#10;Description automatically generated" id="75" name="Google Shape;75;p12"/>
          <p:cNvPicPr preferRelativeResize="0"/>
          <p:nvPr/>
        </p:nvPicPr>
        <p:blipFill rotWithShape="1">
          <a:blip r:embed="rId3">
            <a:alphaModFix/>
          </a:blip>
          <a:srcRect b="2611" l="0" r="0" t="1318"/>
          <a:stretch/>
        </p:blipFill>
        <p:spPr>
          <a:xfrm>
            <a:off x="5297365" y="0"/>
            <a:ext cx="6796523" cy="6858000"/>
          </a:xfrm>
          <a:prstGeom prst="rect">
            <a:avLst/>
          </a:prstGeom>
          <a:noFill/>
          <a:ln>
            <a:noFill/>
          </a:ln>
        </p:spPr>
      </p:pic>
      <p:sp>
        <p:nvSpPr>
          <p:cNvPr id="76" name="Google Shape;76;p12"/>
          <p:cNvSpPr txBox="1"/>
          <p:nvPr>
            <p:ph type="title"/>
          </p:nvPr>
        </p:nvSpPr>
        <p:spPr>
          <a:xfrm>
            <a:off x="408630" y="1943155"/>
            <a:ext cx="5227400" cy="1412694"/>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rgbClr val="F2CD00"/>
              </a:buClr>
              <a:buSzPts val="5400"/>
              <a:buFont typeface="Roboto"/>
              <a:buNone/>
              <a:defRPr b="1" i="0" sz="5400" cap="none">
                <a:solidFill>
                  <a:srgbClr val="F2CD00"/>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a:off x="407988" y="3665913"/>
            <a:ext cx="5227637" cy="2068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b="1" sz="2000"/>
            </a:lvl1pPr>
            <a:lvl2pPr indent="-228600" lvl="1" marL="914400" algn="l">
              <a:lnSpc>
                <a:spcPct val="90000"/>
              </a:lnSpc>
              <a:spcBef>
                <a:spcPts val="500"/>
              </a:spcBef>
              <a:spcAft>
                <a:spcPts val="0"/>
              </a:spcAft>
              <a:buClr>
                <a:schemeClr val="lt1"/>
              </a:buClr>
              <a:buSzPts val="1600"/>
              <a:buNone/>
              <a:defRPr sz="1600"/>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bg>
      <p:bgPr>
        <a:solidFill>
          <a:schemeClr val="dk2"/>
        </a:solidFill>
      </p:bgPr>
    </p:bg>
    <p:spTree>
      <p:nvGrpSpPr>
        <p:cNvPr id="78" name="Shape 78"/>
        <p:cNvGrpSpPr/>
        <p:nvPr/>
      </p:nvGrpSpPr>
      <p:grpSpPr>
        <a:xfrm>
          <a:off x="0" y="0"/>
          <a:ext cx="0" cy="0"/>
          <a:chOff x="0" y="0"/>
          <a:chExt cx="0" cy="0"/>
        </a:xfrm>
      </p:grpSpPr>
      <p:pic>
        <p:nvPicPr>
          <p:cNvPr descr="Shape, polygon&#10;&#10;Description automatically generated" id="79" name="Google Shape;79;p16"/>
          <p:cNvPicPr preferRelativeResize="0"/>
          <p:nvPr/>
        </p:nvPicPr>
        <p:blipFill rotWithShape="1">
          <a:blip r:embed="rId2">
            <a:alphaModFix/>
          </a:blip>
          <a:srcRect b="2611" l="0" r="78139" t="1318"/>
          <a:stretch/>
        </p:blipFill>
        <p:spPr>
          <a:xfrm>
            <a:off x="10714803" y="0"/>
            <a:ext cx="1485820" cy="6858000"/>
          </a:xfrm>
          <a:prstGeom prst="rect">
            <a:avLst/>
          </a:prstGeom>
          <a:noFill/>
          <a:ln>
            <a:noFill/>
          </a:ln>
        </p:spPr>
      </p:pic>
      <p:sp>
        <p:nvSpPr>
          <p:cNvPr id="80" name="Google Shape;80;p16"/>
          <p:cNvSpPr txBox="1"/>
          <p:nvPr>
            <p:ph idx="1" type="body"/>
          </p:nvPr>
        </p:nvSpPr>
        <p:spPr>
          <a:xfrm>
            <a:off x="390592" y="1074258"/>
            <a:ext cx="10539884" cy="702587"/>
          </a:xfrm>
          <a:prstGeom prst="rect">
            <a:avLst/>
          </a:prstGeom>
          <a:noFill/>
          <a:ln>
            <a:noFill/>
          </a:ln>
        </p:spPr>
        <p:txBody>
          <a:bodyPr anchorCtr="0" anchor="t" bIns="0" lIns="0" spcFirstLastPara="1" rIns="0" wrap="square" tIns="0">
            <a:noAutofit/>
          </a:bodyPr>
          <a:lstStyle>
            <a:lvl1pPr indent="-228600" lvl="0" marL="457200" algn="l">
              <a:lnSpc>
                <a:spcPct val="80000"/>
              </a:lnSpc>
              <a:spcBef>
                <a:spcPts val="400"/>
              </a:spcBef>
              <a:spcAft>
                <a:spcPts val="0"/>
              </a:spcAft>
              <a:buClr>
                <a:schemeClr val="lt2"/>
              </a:buClr>
              <a:buSzPts val="5400"/>
              <a:buNone/>
              <a:defRPr b="1" i="0" sz="5400">
                <a:solidFill>
                  <a:schemeClr val="lt2"/>
                </a:solidFill>
                <a:latin typeface="Roboto"/>
                <a:ea typeface="Roboto"/>
                <a:cs typeface="Roboto"/>
                <a:sym typeface="Roboto"/>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1" name="Google Shape;81;p16"/>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6"/>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6"/>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4" name="Google Shape;84;p16"/>
          <p:cNvSpPr txBox="1"/>
          <p:nvPr>
            <p:ph idx="2" type="body"/>
          </p:nvPr>
        </p:nvSpPr>
        <p:spPr>
          <a:xfrm>
            <a:off x="390525" y="2340855"/>
            <a:ext cx="10539886" cy="338453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85" name="Google Shape;85;p16"/>
          <p:cNvPicPr preferRelativeResize="0"/>
          <p:nvPr/>
        </p:nvPicPr>
        <p:blipFill rotWithShape="1">
          <a:blip r:embed="rId3">
            <a:alphaModFix/>
          </a:blip>
          <a:srcRect b="0" l="0" r="0" t="0"/>
          <a:stretch/>
        </p:blipFill>
        <p:spPr>
          <a:xfrm>
            <a:off x="382428" y="6288677"/>
            <a:ext cx="1719072" cy="465582"/>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
  <p:cSld name="Chart 1">
    <p:bg>
      <p:bgPr>
        <a:solidFill>
          <a:schemeClr val="dk2"/>
        </a:solidFill>
      </p:bgPr>
    </p:bg>
    <p:spTree>
      <p:nvGrpSpPr>
        <p:cNvPr id="86" name="Shape 86"/>
        <p:cNvGrpSpPr/>
        <p:nvPr/>
      </p:nvGrpSpPr>
      <p:grpSpPr>
        <a:xfrm>
          <a:off x="0" y="0"/>
          <a:ext cx="0" cy="0"/>
          <a:chOff x="0" y="0"/>
          <a:chExt cx="0" cy="0"/>
        </a:xfrm>
      </p:grpSpPr>
      <p:pic>
        <p:nvPicPr>
          <p:cNvPr descr="Shape, polygon&#10;&#10;Description automatically generated" id="87" name="Google Shape;87;p25"/>
          <p:cNvPicPr preferRelativeResize="0"/>
          <p:nvPr/>
        </p:nvPicPr>
        <p:blipFill rotWithShape="1">
          <a:blip r:embed="rId2">
            <a:alphaModFix/>
          </a:blip>
          <a:srcRect b="2611" l="0" r="78139" t="1318"/>
          <a:stretch/>
        </p:blipFill>
        <p:spPr>
          <a:xfrm>
            <a:off x="10714803" y="0"/>
            <a:ext cx="1485820" cy="6858000"/>
          </a:xfrm>
          <a:prstGeom prst="rect">
            <a:avLst/>
          </a:prstGeom>
          <a:noFill/>
          <a:ln>
            <a:noFill/>
          </a:ln>
        </p:spPr>
      </p:pic>
      <p:sp>
        <p:nvSpPr>
          <p:cNvPr id="88" name="Google Shape;88;p25"/>
          <p:cNvSpPr/>
          <p:nvPr>
            <p:ph idx="2" type="chart"/>
          </p:nvPr>
        </p:nvSpPr>
        <p:spPr>
          <a:xfrm>
            <a:off x="390592" y="1343279"/>
            <a:ext cx="10539820" cy="4183582"/>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Roboto"/>
                <a:ea typeface="Roboto"/>
                <a:cs typeface="Roboto"/>
                <a:sym typeface="Roboto"/>
              </a:defRPr>
            </a:lvl1pPr>
            <a:lvl2pPr lvl="1"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Roboto"/>
                <a:ea typeface="Roboto"/>
                <a:cs typeface="Roboto"/>
                <a:sym typeface="Roboto"/>
              </a:defRPr>
            </a:lvl2pPr>
            <a:lvl3pPr lvl="2"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Roboto"/>
                <a:ea typeface="Roboto"/>
                <a:cs typeface="Roboto"/>
                <a:sym typeface="Roboto"/>
              </a:defRPr>
            </a:lvl3pPr>
            <a:lvl4pPr lvl="3"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Roboto"/>
                <a:ea typeface="Roboto"/>
                <a:cs typeface="Roboto"/>
                <a:sym typeface="Roboto"/>
              </a:defRPr>
            </a:lvl4pPr>
            <a:lvl5pPr lvl="4"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Roboto"/>
                <a:ea typeface="Roboto"/>
                <a:cs typeface="Roboto"/>
                <a:sym typeface="Roboto"/>
              </a:defRPr>
            </a:lvl5pPr>
            <a:lvl6pPr lvl="5"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lvl="6"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lvl="7"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lvl="8"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9" name="Google Shape;89;p25"/>
          <p:cNvSpPr txBox="1"/>
          <p:nvPr>
            <p:ph idx="1" type="body"/>
          </p:nvPr>
        </p:nvSpPr>
        <p:spPr>
          <a:xfrm>
            <a:off x="390592" y="498930"/>
            <a:ext cx="10539820" cy="687387"/>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2800"/>
              <a:buNone/>
              <a:defRPr b="1">
                <a:solidFill>
                  <a:schemeClr val="lt2"/>
                </a:solidFil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0" name="Google Shape;90;p25"/>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5"/>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5"/>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5"/>
          <p:cNvSpPr txBox="1"/>
          <p:nvPr>
            <p:ph idx="3" type="body"/>
          </p:nvPr>
        </p:nvSpPr>
        <p:spPr>
          <a:xfrm>
            <a:off x="390525" y="5688013"/>
            <a:ext cx="11410950" cy="37306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lt1"/>
              </a:buClr>
              <a:buSzPts val="1200"/>
              <a:buNone/>
              <a:defRPr b="0" i="0" sz="1200">
                <a:solidFill>
                  <a:schemeClr val="lt1"/>
                </a:solidFill>
                <a:latin typeface="Roboto Light"/>
                <a:ea typeface="Roboto Light"/>
                <a:cs typeface="Roboto Light"/>
                <a:sym typeface="Roboto Light"/>
              </a:defRPr>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200"/>
              <a:buNone/>
              <a:defRPr sz="1200"/>
            </a:lvl4pPr>
            <a:lvl5pPr indent="-228600" lvl="4" marL="2286000" algn="l">
              <a:lnSpc>
                <a:spcPct val="90000"/>
              </a:lnSpc>
              <a:spcBef>
                <a:spcPts val="500"/>
              </a:spcBef>
              <a:spcAft>
                <a:spcPts val="0"/>
              </a:spcAft>
              <a:buClr>
                <a:schemeClr val="lt1"/>
              </a:buClr>
              <a:buSzPts val="1200"/>
              <a:buNone/>
              <a:defRPr sz="12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94" name="Google Shape;94;p25"/>
          <p:cNvPicPr preferRelativeResize="0"/>
          <p:nvPr/>
        </p:nvPicPr>
        <p:blipFill rotWithShape="1">
          <a:blip r:embed="rId3">
            <a:alphaModFix/>
          </a:blip>
          <a:srcRect b="0" l="0" r="0" t="0"/>
          <a:stretch/>
        </p:blipFill>
        <p:spPr>
          <a:xfrm>
            <a:off x="382428" y="6288677"/>
            <a:ext cx="1719072" cy="465582"/>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Chart 2">
    <p:bg>
      <p:bgPr>
        <a:solidFill>
          <a:schemeClr val="lt2"/>
        </a:solidFill>
      </p:bgPr>
    </p:bg>
    <p:spTree>
      <p:nvGrpSpPr>
        <p:cNvPr id="95" name="Shape 95"/>
        <p:cNvGrpSpPr/>
        <p:nvPr/>
      </p:nvGrpSpPr>
      <p:grpSpPr>
        <a:xfrm>
          <a:off x="0" y="0"/>
          <a:ext cx="0" cy="0"/>
          <a:chOff x="0" y="0"/>
          <a:chExt cx="0" cy="0"/>
        </a:xfrm>
      </p:grpSpPr>
      <p:pic>
        <p:nvPicPr>
          <p:cNvPr descr="Shape, polygon&#10;&#10;Description automatically generated" id="96" name="Google Shape;96;p26"/>
          <p:cNvPicPr preferRelativeResize="0"/>
          <p:nvPr/>
        </p:nvPicPr>
        <p:blipFill rotWithShape="1">
          <a:blip r:embed="rId2">
            <a:alphaModFix/>
          </a:blip>
          <a:srcRect b="2611" l="0" r="78139" t="1318"/>
          <a:stretch/>
        </p:blipFill>
        <p:spPr>
          <a:xfrm>
            <a:off x="10714803" y="0"/>
            <a:ext cx="1485820" cy="6858000"/>
          </a:xfrm>
          <a:prstGeom prst="rect">
            <a:avLst/>
          </a:prstGeom>
          <a:noFill/>
          <a:ln>
            <a:noFill/>
          </a:ln>
        </p:spPr>
      </p:pic>
      <p:sp>
        <p:nvSpPr>
          <p:cNvPr id="97" name="Google Shape;97;p26"/>
          <p:cNvSpPr/>
          <p:nvPr>
            <p:ph idx="2" type="chart"/>
          </p:nvPr>
        </p:nvSpPr>
        <p:spPr>
          <a:xfrm>
            <a:off x="390591" y="1343279"/>
            <a:ext cx="10551931" cy="4183582"/>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2"/>
              </a:buClr>
              <a:buSzPts val="2800"/>
              <a:buFont typeface="Arial"/>
              <a:buChar char="•"/>
              <a:defRPr b="0" i="0" sz="2800" u="none" cap="none" strike="noStrike">
                <a:solidFill>
                  <a:schemeClr val="dk2"/>
                </a:solidFill>
                <a:latin typeface="Roboto"/>
                <a:ea typeface="Roboto"/>
                <a:cs typeface="Roboto"/>
                <a:sym typeface="Roboto"/>
              </a:defRPr>
            </a:lvl1pPr>
            <a:lvl2pPr lvl="1"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Roboto"/>
                <a:ea typeface="Roboto"/>
                <a:cs typeface="Roboto"/>
                <a:sym typeface="Roboto"/>
              </a:defRPr>
            </a:lvl2pPr>
            <a:lvl3pPr lvl="2"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Roboto"/>
                <a:ea typeface="Roboto"/>
                <a:cs typeface="Roboto"/>
                <a:sym typeface="Roboto"/>
              </a:defRPr>
            </a:lvl3pPr>
            <a:lvl4pPr lvl="3"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Roboto"/>
                <a:ea typeface="Roboto"/>
                <a:cs typeface="Roboto"/>
                <a:sym typeface="Roboto"/>
              </a:defRPr>
            </a:lvl4pPr>
            <a:lvl5pPr lvl="4"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Roboto"/>
                <a:ea typeface="Roboto"/>
                <a:cs typeface="Roboto"/>
                <a:sym typeface="Roboto"/>
              </a:defRPr>
            </a:lvl5pPr>
            <a:lvl6pPr lvl="5"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lvl="6"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lvl="7"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lvl="8"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98" name="Google Shape;98;p26"/>
          <p:cNvSpPr txBox="1"/>
          <p:nvPr>
            <p:ph idx="1" type="body"/>
          </p:nvPr>
        </p:nvSpPr>
        <p:spPr>
          <a:xfrm>
            <a:off x="390591" y="498930"/>
            <a:ext cx="10551931" cy="687387"/>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2"/>
              </a:buClr>
              <a:buSzPts val="2800"/>
              <a:buNone/>
              <a:defRPr b="1">
                <a:solidFill>
                  <a:schemeClr val="dk2"/>
                </a:solidFil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 name="Google Shape;99;p26"/>
          <p:cNvSpPr txBox="1"/>
          <p:nvPr>
            <p:ph idx="3" type="body"/>
          </p:nvPr>
        </p:nvSpPr>
        <p:spPr>
          <a:xfrm>
            <a:off x="390525" y="5688013"/>
            <a:ext cx="11410950" cy="37306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2"/>
              </a:buClr>
              <a:buSzPts val="1200"/>
              <a:buNone/>
              <a:defRPr sz="1200">
                <a:solidFill>
                  <a:schemeClr val="dk2"/>
                </a:solidFill>
              </a:defRPr>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200"/>
              <a:buNone/>
              <a:defRPr sz="1200"/>
            </a:lvl4pPr>
            <a:lvl5pPr indent="-228600" lvl="4" marL="2286000" algn="l">
              <a:lnSpc>
                <a:spcPct val="90000"/>
              </a:lnSpc>
              <a:spcBef>
                <a:spcPts val="500"/>
              </a:spcBef>
              <a:spcAft>
                <a:spcPts val="0"/>
              </a:spcAft>
              <a:buClr>
                <a:schemeClr val="lt1"/>
              </a:buClr>
              <a:buSzPts val="1200"/>
              <a:buNone/>
              <a:defRPr sz="12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0" name="Google Shape;100;p26"/>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6"/>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3" name="Google Shape;103;p26"/>
          <p:cNvPicPr preferRelativeResize="0"/>
          <p:nvPr/>
        </p:nvPicPr>
        <p:blipFill rotWithShape="1">
          <a:blip r:embed="rId3">
            <a:alphaModFix/>
          </a:blip>
          <a:srcRect b="0" l="0" r="0" t="0"/>
          <a:stretch/>
        </p:blipFill>
        <p:spPr>
          <a:xfrm>
            <a:off x="390591" y="6288677"/>
            <a:ext cx="1705010" cy="46177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3">
  <p:cSld name="Picture with Caption 3">
    <p:bg>
      <p:bgPr>
        <a:solidFill>
          <a:schemeClr val="dk2"/>
        </a:solidFill>
      </p:bgPr>
    </p:bg>
    <p:spTree>
      <p:nvGrpSpPr>
        <p:cNvPr id="104" name="Shape 104"/>
        <p:cNvGrpSpPr/>
        <p:nvPr/>
      </p:nvGrpSpPr>
      <p:grpSpPr>
        <a:xfrm>
          <a:off x="0" y="0"/>
          <a:ext cx="0" cy="0"/>
          <a:chOff x="0" y="0"/>
          <a:chExt cx="0" cy="0"/>
        </a:xfrm>
      </p:grpSpPr>
      <p:pic>
        <p:nvPicPr>
          <p:cNvPr descr="Shape, polygon&#10;&#10;Description automatically generated" id="105" name="Google Shape;105;p27"/>
          <p:cNvPicPr preferRelativeResize="0"/>
          <p:nvPr/>
        </p:nvPicPr>
        <p:blipFill rotWithShape="1">
          <a:blip r:embed="rId2">
            <a:alphaModFix/>
          </a:blip>
          <a:srcRect b="2611" l="0" r="78139" t="1318"/>
          <a:stretch/>
        </p:blipFill>
        <p:spPr>
          <a:xfrm>
            <a:off x="10714803" y="0"/>
            <a:ext cx="1485820" cy="6858000"/>
          </a:xfrm>
          <a:prstGeom prst="rect">
            <a:avLst/>
          </a:prstGeom>
          <a:noFill/>
          <a:ln>
            <a:noFill/>
          </a:ln>
        </p:spPr>
      </p:pic>
      <p:sp>
        <p:nvSpPr>
          <p:cNvPr id="106" name="Google Shape;106;p27"/>
          <p:cNvSpPr/>
          <p:nvPr>
            <p:ph idx="2" type="pic"/>
          </p:nvPr>
        </p:nvSpPr>
        <p:spPr>
          <a:xfrm>
            <a:off x="382428" y="1608138"/>
            <a:ext cx="3557298" cy="3327638"/>
          </a:xfrm>
          <a:prstGeom prst="rect">
            <a:avLst/>
          </a:prstGeom>
          <a:noFill/>
          <a:ln>
            <a:noFill/>
          </a:ln>
        </p:spPr>
      </p:sp>
      <p:sp>
        <p:nvSpPr>
          <p:cNvPr id="107" name="Google Shape;107;p27"/>
          <p:cNvSpPr txBox="1"/>
          <p:nvPr>
            <p:ph idx="1" type="body"/>
          </p:nvPr>
        </p:nvSpPr>
        <p:spPr>
          <a:xfrm>
            <a:off x="4420354" y="1608138"/>
            <a:ext cx="6294449" cy="4168775"/>
          </a:xfrm>
          <a:prstGeom prst="rect">
            <a:avLst/>
          </a:prstGeom>
          <a:noFill/>
          <a:ln>
            <a:noFill/>
          </a:ln>
        </p:spPr>
        <p:txBody>
          <a:bodyPr anchorCtr="0" anchor="t" bIns="0" lIns="0" spcFirstLastPara="1" rIns="0" wrap="square" tIns="0">
            <a:normAutofit/>
          </a:bodyPr>
          <a:lstStyle>
            <a:lvl1pPr indent="-228600" lvl="0" marL="457200" algn="l">
              <a:lnSpc>
                <a:spcPct val="114000"/>
              </a:lnSpc>
              <a:spcBef>
                <a:spcPts val="0"/>
              </a:spcBef>
              <a:spcAft>
                <a:spcPts val="0"/>
              </a:spcAft>
              <a:buClr>
                <a:schemeClr val="lt2"/>
              </a:buClr>
              <a:buSzPts val="2800"/>
              <a:buNone/>
              <a:defRPr b="1" i="0" sz="2800">
                <a:solidFill>
                  <a:schemeClr val="lt2"/>
                </a:solidFill>
                <a:latin typeface="Roboto"/>
                <a:ea typeface="Roboto"/>
                <a:cs typeface="Roboto"/>
                <a:sym typeface="Roboto"/>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8" name="Google Shape;108;p27"/>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7"/>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7"/>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1" name="Google Shape;111;p27"/>
          <p:cNvPicPr preferRelativeResize="0"/>
          <p:nvPr/>
        </p:nvPicPr>
        <p:blipFill rotWithShape="1">
          <a:blip r:embed="rId3">
            <a:alphaModFix/>
          </a:blip>
          <a:srcRect b="0" l="0" r="0" t="0"/>
          <a:stretch/>
        </p:blipFill>
        <p:spPr>
          <a:xfrm>
            <a:off x="382428" y="6288677"/>
            <a:ext cx="1719072" cy="465582"/>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ise 1">
  <p:cSld name="Promise 1">
    <p:bg>
      <p:bgPr>
        <a:solidFill>
          <a:schemeClr val="dk2"/>
        </a:solidFill>
      </p:bgPr>
    </p:bg>
    <p:spTree>
      <p:nvGrpSpPr>
        <p:cNvPr id="112" name="Shape 112"/>
        <p:cNvGrpSpPr/>
        <p:nvPr/>
      </p:nvGrpSpPr>
      <p:grpSpPr>
        <a:xfrm>
          <a:off x="0" y="0"/>
          <a:ext cx="0" cy="0"/>
          <a:chOff x="0" y="0"/>
          <a:chExt cx="0" cy="0"/>
        </a:xfrm>
      </p:grpSpPr>
      <p:pic>
        <p:nvPicPr>
          <p:cNvPr id="113" name="Google Shape;113;p20"/>
          <p:cNvPicPr preferRelativeResize="0"/>
          <p:nvPr/>
        </p:nvPicPr>
        <p:blipFill rotWithShape="1">
          <a:blip r:embed="rId2">
            <a:alphaModFix/>
          </a:blip>
          <a:srcRect b="0" l="0" r="0" t="0"/>
          <a:stretch/>
        </p:blipFill>
        <p:spPr>
          <a:xfrm>
            <a:off x="9234013" y="5876636"/>
            <a:ext cx="2443706" cy="661837"/>
          </a:xfrm>
          <a:prstGeom prst="rect">
            <a:avLst/>
          </a:prstGeom>
          <a:noFill/>
          <a:ln>
            <a:noFill/>
          </a:ln>
        </p:spPr>
      </p:pic>
      <p:sp>
        <p:nvSpPr>
          <p:cNvPr id="114" name="Google Shape;114;p20"/>
          <p:cNvSpPr txBox="1"/>
          <p:nvPr>
            <p:ph type="title"/>
          </p:nvPr>
        </p:nvSpPr>
        <p:spPr>
          <a:xfrm>
            <a:off x="318654" y="2599170"/>
            <a:ext cx="11516592"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2CD00"/>
              </a:buClr>
              <a:buSzPts val="8900"/>
              <a:buFont typeface="Roboto"/>
              <a:buNone/>
              <a:defRPr b="1" i="0" sz="8900">
                <a:solidFill>
                  <a:srgbClr val="F2CD00"/>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ise 2">
  <p:cSld name="Promise 2">
    <p:bg>
      <p:bgPr>
        <a:solidFill>
          <a:schemeClr val="dk2"/>
        </a:solidFill>
      </p:bgPr>
    </p:bg>
    <p:spTree>
      <p:nvGrpSpPr>
        <p:cNvPr id="115" name="Shape 115"/>
        <p:cNvGrpSpPr/>
        <p:nvPr/>
      </p:nvGrpSpPr>
      <p:grpSpPr>
        <a:xfrm>
          <a:off x="0" y="0"/>
          <a:ext cx="0" cy="0"/>
          <a:chOff x="0" y="0"/>
          <a:chExt cx="0" cy="0"/>
        </a:xfrm>
      </p:grpSpPr>
      <p:pic>
        <p:nvPicPr>
          <p:cNvPr id="116" name="Google Shape;116;p22"/>
          <p:cNvPicPr preferRelativeResize="0"/>
          <p:nvPr/>
        </p:nvPicPr>
        <p:blipFill rotWithShape="1">
          <a:blip r:embed="rId2">
            <a:alphaModFix/>
          </a:blip>
          <a:srcRect b="0" l="0" r="0" t="0"/>
          <a:stretch/>
        </p:blipFill>
        <p:spPr>
          <a:xfrm>
            <a:off x="9234013" y="5876636"/>
            <a:ext cx="2443706" cy="661837"/>
          </a:xfrm>
          <a:prstGeom prst="rect">
            <a:avLst/>
          </a:prstGeom>
          <a:noFill/>
          <a:ln>
            <a:noFill/>
          </a:ln>
        </p:spPr>
      </p:pic>
      <p:sp>
        <p:nvSpPr>
          <p:cNvPr id="117" name="Google Shape;117;p22"/>
          <p:cNvSpPr txBox="1"/>
          <p:nvPr>
            <p:ph type="title"/>
          </p:nvPr>
        </p:nvSpPr>
        <p:spPr>
          <a:xfrm>
            <a:off x="318654" y="2630343"/>
            <a:ext cx="9137073"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2CD00"/>
              </a:buClr>
              <a:buSzPts val="7200"/>
              <a:buFont typeface="Roboto"/>
              <a:buNone/>
              <a:defRPr b="1" i="0" sz="7200">
                <a:solidFill>
                  <a:srgbClr val="F2CD00"/>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417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8" name="Shape 1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6.xml"/><Relationship Id="rId10" Type="http://schemas.openxmlformats.org/officeDocument/2006/relationships/slideLayout" Target="../slideLayouts/slideLayout15.xml"/><Relationship Id="rId13" Type="http://schemas.openxmlformats.org/officeDocument/2006/relationships/slideLayout" Target="../slideLayouts/slideLayout18.xml"/><Relationship Id="rId12" Type="http://schemas.openxmlformats.org/officeDocument/2006/relationships/slideLayout" Target="../slideLayouts/slideLayout17.xml"/><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1.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390591" y="365125"/>
            <a:ext cx="11410818"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Roboto"/>
              <a:buNone/>
              <a:defRPr b="1" i="0" sz="4400" u="none" cap="none" strike="noStrike">
                <a:solidFill>
                  <a:schemeClr val="lt1"/>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390591" y="1825625"/>
            <a:ext cx="11413482"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Roboto"/>
                <a:ea typeface="Roboto"/>
                <a:cs typeface="Roboto"/>
                <a:sym typeface="Roboto"/>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Roboto"/>
                <a:ea typeface="Roboto"/>
                <a:cs typeface="Roboto"/>
                <a:sym typeface="Roboto"/>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Roboto"/>
                <a:ea typeface="Roboto"/>
                <a:cs typeface="Roboto"/>
                <a:sym typeface="Roboto"/>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Roboto"/>
                <a:ea typeface="Roboto"/>
                <a:cs typeface="Roboto"/>
                <a:sym typeface="Roboto"/>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Roboto"/>
                <a:ea typeface="Roboto"/>
                <a:cs typeface="Roboto"/>
                <a:sym typeface="Roboto"/>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12" name="Google Shape;12;p11"/>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Roboto"/>
                <a:ea typeface="Roboto"/>
                <a:cs typeface="Roboto"/>
                <a:sym typeface="Roboto"/>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3" name="Google Shape;13;p11"/>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Roboto"/>
                <a:ea typeface="Roboto"/>
                <a:cs typeface="Roboto"/>
                <a:sym typeface="Roboto"/>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4" name="Google Shape;14;p11"/>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Roboto"/>
                <a:ea typeface="Roboto"/>
                <a:cs typeface="Roboto"/>
                <a:sym typeface="Roboto"/>
              </a:defRPr>
            </a:lvl1pPr>
            <a:lvl2pPr indent="0" lvl="1" marL="0" marR="0" rtl="0" algn="r">
              <a:spcBef>
                <a:spcPts val="0"/>
              </a:spcBef>
              <a:buNone/>
              <a:defRPr b="0" i="0" sz="1200" u="none" cap="none" strike="noStrike">
                <a:solidFill>
                  <a:schemeClr val="lt1"/>
                </a:solidFill>
                <a:latin typeface="Roboto"/>
                <a:ea typeface="Roboto"/>
                <a:cs typeface="Roboto"/>
                <a:sym typeface="Roboto"/>
              </a:defRPr>
            </a:lvl2pPr>
            <a:lvl3pPr indent="0" lvl="2" marL="0" marR="0" rtl="0" algn="r">
              <a:spcBef>
                <a:spcPts val="0"/>
              </a:spcBef>
              <a:buNone/>
              <a:defRPr b="0" i="0" sz="1200" u="none" cap="none" strike="noStrike">
                <a:solidFill>
                  <a:schemeClr val="lt1"/>
                </a:solidFill>
                <a:latin typeface="Roboto"/>
                <a:ea typeface="Roboto"/>
                <a:cs typeface="Roboto"/>
                <a:sym typeface="Roboto"/>
              </a:defRPr>
            </a:lvl3pPr>
            <a:lvl4pPr indent="0" lvl="3" marL="0" marR="0" rtl="0" algn="r">
              <a:spcBef>
                <a:spcPts val="0"/>
              </a:spcBef>
              <a:buNone/>
              <a:defRPr b="0" i="0" sz="1200" u="none" cap="none" strike="noStrike">
                <a:solidFill>
                  <a:schemeClr val="lt1"/>
                </a:solidFill>
                <a:latin typeface="Roboto"/>
                <a:ea typeface="Roboto"/>
                <a:cs typeface="Roboto"/>
                <a:sym typeface="Roboto"/>
              </a:defRPr>
            </a:lvl4pPr>
            <a:lvl5pPr indent="0" lvl="4" marL="0" marR="0" rtl="0" algn="r">
              <a:spcBef>
                <a:spcPts val="0"/>
              </a:spcBef>
              <a:buNone/>
              <a:defRPr b="0" i="0" sz="1200" u="none" cap="none" strike="noStrike">
                <a:solidFill>
                  <a:schemeClr val="lt1"/>
                </a:solidFill>
                <a:latin typeface="Roboto"/>
                <a:ea typeface="Roboto"/>
                <a:cs typeface="Roboto"/>
                <a:sym typeface="Roboto"/>
              </a:defRPr>
            </a:lvl5pPr>
            <a:lvl6pPr indent="0" lvl="5" marL="0" marR="0" rtl="0" algn="r">
              <a:spcBef>
                <a:spcPts val="0"/>
              </a:spcBef>
              <a:buNone/>
              <a:defRPr b="0" i="0" sz="1200" u="none" cap="none" strike="noStrike">
                <a:solidFill>
                  <a:schemeClr val="lt1"/>
                </a:solidFill>
                <a:latin typeface="Roboto"/>
                <a:ea typeface="Roboto"/>
                <a:cs typeface="Roboto"/>
                <a:sym typeface="Roboto"/>
              </a:defRPr>
            </a:lvl6pPr>
            <a:lvl7pPr indent="0" lvl="6" marL="0" marR="0" rtl="0" algn="r">
              <a:spcBef>
                <a:spcPts val="0"/>
              </a:spcBef>
              <a:buNone/>
              <a:defRPr b="0" i="0" sz="1200" u="none" cap="none" strike="noStrike">
                <a:solidFill>
                  <a:schemeClr val="lt1"/>
                </a:solidFill>
                <a:latin typeface="Roboto"/>
                <a:ea typeface="Roboto"/>
                <a:cs typeface="Roboto"/>
                <a:sym typeface="Roboto"/>
              </a:defRPr>
            </a:lvl7pPr>
            <a:lvl8pPr indent="0" lvl="7" marL="0" marR="0" rtl="0" algn="r">
              <a:spcBef>
                <a:spcPts val="0"/>
              </a:spcBef>
              <a:buNone/>
              <a:defRPr b="0" i="0" sz="1200" u="none" cap="none" strike="noStrike">
                <a:solidFill>
                  <a:schemeClr val="lt1"/>
                </a:solidFill>
                <a:latin typeface="Roboto"/>
                <a:ea typeface="Roboto"/>
                <a:cs typeface="Roboto"/>
                <a:sym typeface="Roboto"/>
              </a:defRPr>
            </a:lvl8pPr>
            <a:lvl9pPr indent="0" lvl="8" marL="0" marR="0" rtl="0" algn="r">
              <a:spcBef>
                <a:spcPts val="0"/>
              </a:spcBef>
              <a:buNone/>
              <a:defRPr b="0" i="0" sz="12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 name="Shape 35"/>
        <p:cNvGrpSpPr/>
        <p:nvPr/>
      </p:nvGrpSpPr>
      <p:grpSpPr>
        <a:xfrm>
          <a:off x="0" y="0"/>
          <a:ext cx="0" cy="0"/>
          <a:chOff x="0" y="0"/>
          <a:chExt cx="0" cy="0"/>
        </a:xfrm>
      </p:grpSpPr>
      <p:sp>
        <p:nvSpPr>
          <p:cNvPr id="36" name="Google Shape;36;p10"/>
          <p:cNvSpPr txBox="1"/>
          <p:nvPr>
            <p:ph type="title"/>
          </p:nvPr>
        </p:nvSpPr>
        <p:spPr>
          <a:xfrm>
            <a:off x="390591" y="365125"/>
            <a:ext cx="11410818"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Roboto"/>
              <a:buNone/>
              <a:defRPr b="1" i="0" sz="4400" u="none" cap="none" strike="noStrike">
                <a:solidFill>
                  <a:schemeClr val="dk1"/>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10"/>
          <p:cNvSpPr txBox="1"/>
          <p:nvPr>
            <p:ph idx="1" type="body"/>
          </p:nvPr>
        </p:nvSpPr>
        <p:spPr>
          <a:xfrm>
            <a:off x="390591" y="1825625"/>
            <a:ext cx="11413482"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10"/>
          <p:cNvSpPr txBox="1"/>
          <p:nvPr>
            <p:ph idx="10" type="dt"/>
          </p:nvPr>
        </p:nvSpPr>
        <p:spPr>
          <a:xfrm>
            <a:off x="2313810" y="6356350"/>
            <a:ext cx="181369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Roboto"/>
                <a:ea typeface="Roboto"/>
                <a:cs typeface="Roboto"/>
                <a:sym typeface="Robo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10"/>
          <p:cNvSpPr txBox="1"/>
          <p:nvPr>
            <p:ph idx="11" type="ftr"/>
          </p:nvPr>
        </p:nvSpPr>
        <p:spPr>
          <a:xfrm>
            <a:off x="4420354"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Roboto"/>
                <a:ea typeface="Roboto"/>
                <a:cs typeface="Roboto"/>
                <a:sym typeface="Robo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10"/>
          <p:cNvSpPr txBox="1"/>
          <p:nvPr>
            <p:ph idx="12" type="sldNum"/>
          </p:nvPr>
        </p:nvSpPr>
        <p:spPr>
          <a:xfrm>
            <a:off x="8828009" y="6356350"/>
            <a:ext cx="2973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Roboto"/>
                <a:ea typeface="Roboto"/>
                <a:cs typeface="Roboto"/>
                <a:sym typeface="Roboto"/>
              </a:defRPr>
            </a:lvl1pPr>
            <a:lvl2pPr indent="0" lvl="1" marL="0" marR="0" rtl="0" algn="r">
              <a:spcBef>
                <a:spcPts val="0"/>
              </a:spcBef>
              <a:buNone/>
              <a:defRPr b="0" i="0" sz="1200" u="none" cap="none" strike="noStrike">
                <a:solidFill>
                  <a:srgbClr val="888888"/>
                </a:solidFill>
                <a:latin typeface="Roboto"/>
                <a:ea typeface="Roboto"/>
                <a:cs typeface="Roboto"/>
                <a:sym typeface="Roboto"/>
              </a:defRPr>
            </a:lvl2pPr>
            <a:lvl3pPr indent="0" lvl="2" marL="0" marR="0" rtl="0" algn="r">
              <a:spcBef>
                <a:spcPts val="0"/>
              </a:spcBef>
              <a:buNone/>
              <a:defRPr b="0" i="0" sz="1200" u="none" cap="none" strike="noStrike">
                <a:solidFill>
                  <a:srgbClr val="888888"/>
                </a:solidFill>
                <a:latin typeface="Roboto"/>
                <a:ea typeface="Roboto"/>
                <a:cs typeface="Roboto"/>
                <a:sym typeface="Roboto"/>
              </a:defRPr>
            </a:lvl3pPr>
            <a:lvl4pPr indent="0" lvl="3" marL="0" marR="0" rtl="0" algn="r">
              <a:spcBef>
                <a:spcPts val="0"/>
              </a:spcBef>
              <a:buNone/>
              <a:defRPr b="0" i="0" sz="1200" u="none" cap="none" strike="noStrike">
                <a:solidFill>
                  <a:srgbClr val="888888"/>
                </a:solidFill>
                <a:latin typeface="Roboto"/>
                <a:ea typeface="Roboto"/>
                <a:cs typeface="Roboto"/>
                <a:sym typeface="Roboto"/>
              </a:defRPr>
            </a:lvl4pPr>
            <a:lvl5pPr indent="0" lvl="4" marL="0" marR="0" rtl="0" algn="r">
              <a:spcBef>
                <a:spcPts val="0"/>
              </a:spcBef>
              <a:buNone/>
              <a:defRPr b="0" i="0" sz="1200" u="none" cap="none" strike="noStrike">
                <a:solidFill>
                  <a:srgbClr val="888888"/>
                </a:solidFill>
                <a:latin typeface="Roboto"/>
                <a:ea typeface="Roboto"/>
                <a:cs typeface="Roboto"/>
                <a:sym typeface="Roboto"/>
              </a:defRPr>
            </a:lvl5pPr>
            <a:lvl6pPr indent="0" lvl="5" marL="0" marR="0" rtl="0" algn="r">
              <a:spcBef>
                <a:spcPts val="0"/>
              </a:spcBef>
              <a:buNone/>
              <a:defRPr b="0" i="0" sz="1200" u="none" cap="none" strike="noStrike">
                <a:solidFill>
                  <a:srgbClr val="888888"/>
                </a:solidFill>
                <a:latin typeface="Roboto"/>
                <a:ea typeface="Roboto"/>
                <a:cs typeface="Roboto"/>
                <a:sym typeface="Roboto"/>
              </a:defRPr>
            </a:lvl6pPr>
            <a:lvl7pPr indent="0" lvl="6" marL="0" marR="0" rtl="0" algn="r">
              <a:spcBef>
                <a:spcPts val="0"/>
              </a:spcBef>
              <a:buNone/>
              <a:defRPr b="0" i="0" sz="1200" u="none" cap="none" strike="noStrike">
                <a:solidFill>
                  <a:srgbClr val="888888"/>
                </a:solidFill>
                <a:latin typeface="Roboto"/>
                <a:ea typeface="Roboto"/>
                <a:cs typeface="Roboto"/>
                <a:sym typeface="Roboto"/>
              </a:defRPr>
            </a:lvl7pPr>
            <a:lvl8pPr indent="0" lvl="7" marL="0" marR="0" rtl="0" algn="r">
              <a:spcBef>
                <a:spcPts val="0"/>
              </a:spcBef>
              <a:buNone/>
              <a:defRPr b="0" i="0" sz="1200" u="none" cap="none" strike="noStrike">
                <a:solidFill>
                  <a:srgbClr val="888888"/>
                </a:solidFill>
                <a:latin typeface="Roboto"/>
                <a:ea typeface="Roboto"/>
                <a:cs typeface="Roboto"/>
                <a:sym typeface="Roboto"/>
              </a:defRPr>
            </a:lvl8pPr>
            <a:lvl9pPr indent="0" lvl="8" marL="0" marR="0" rtl="0" algn="r">
              <a:spcBef>
                <a:spcPts val="0"/>
              </a:spcBef>
              <a:buNone/>
              <a:defRPr b="0" i="0" sz="12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1"/>
          <p:cNvSpPr txBox="1"/>
          <p:nvPr>
            <p:ph type="title"/>
          </p:nvPr>
        </p:nvSpPr>
        <p:spPr>
          <a:xfrm>
            <a:off x="419150" y="674150"/>
            <a:ext cx="5227500" cy="3817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rgbClr val="F2CD00"/>
              </a:buClr>
              <a:buSzPts val="5400"/>
              <a:buFont typeface="Roboto"/>
              <a:buNone/>
            </a:pPr>
            <a:r>
              <a:rPr lang="en-US" sz="4400"/>
              <a:t>Heatmap and Vector Field Visualization of Whole-Slide Images in Digital Pathology</a:t>
            </a:r>
            <a:endParaRPr sz="4400"/>
          </a:p>
        </p:txBody>
      </p:sp>
      <p:sp>
        <p:nvSpPr>
          <p:cNvPr id="124" name="Google Shape;124;p1"/>
          <p:cNvSpPr txBox="1"/>
          <p:nvPr>
            <p:ph idx="1" type="body"/>
          </p:nvPr>
        </p:nvSpPr>
        <p:spPr>
          <a:xfrm>
            <a:off x="419150" y="3772125"/>
            <a:ext cx="4356600" cy="2068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n-US"/>
              <a:t>Group Members:</a:t>
            </a:r>
            <a:endParaRPr/>
          </a:p>
          <a:p>
            <a:pPr indent="0" lvl="0" marL="0" rtl="0" algn="l">
              <a:spcBef>
                <a:spcPts val="1000"/>
              </a:spcBef>
              <a:spcAft>
                <a:spcPts val="0"/>
              </a:spcAft>
              <a:buClr>
                <a:schemeClr val="lt1"/>
              </a:buClr>
              <a:buSzPts val="2000"/>
              <a:buNone/>
            </a:pPr>
            <a:r>
              <a:rPr b="0" lang="en-US"/>
              <a:t>Jingyi Xu</a:t>
            </a:r>
            <a:endParaRPr b="0"/>
          </a:p>
          <a:p>
            <a:pPr indent="0" lvl="0" marL="0" rtl="0" algn="l">
              <a:lnSpc>
                <a:spcPct val="90000"/>
              </a:lnSpc>
              <a:spcBef>
                <a:spcPts val="1000"/>
              </a:spcBef>
              <a:spcAft>
                <a:spcPts val="0"/>
              </a:spcAft>
              <a:buClr>
                <a:schemeClr val="lt1"/>
              </a:buClr>
              <a:buSzPts val="2000"/>
              <a:buNone/>
            </a:pPr>
            <a:r>
              <a:rPr b="0" lang="en-US"/>
              <a:t>Erturk Ocak</a:t>
            </a:r>
            <a:endParaRPr b="0"/>
          </a:p>
          <a:p>
            <a:pPr indent="0" lvl="0" marL="0" rtl="0" algn="l">
              <a:lnSpc>
                <a:spcPct val="90000"/>
              </a:lnSpc>
              <a:spcBef>
                <a:spcPts val="1000"/>
              </a:spcBef>
              <a:spcAft>
                <a:spcPts val="0"/>
              </a:spcAft>
              <a:buClr>
                <a:schemeClr val="lt1"/>
              </a:buClr>
              <a:buSzPts val="2000"/>
              <a:buNone/>
            </a:pPr>
            <a:r>
              <a:rPr b="0" lang="en-US"/>
              <a:t>Sushmita Bajgain</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not heatmap though" id="130" name="Google Shape;130;g3be69aaf871_0_35"/>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2nd 3rd and 4th slides as well" id="136" name="Google Shape;136;g3be69aaf871_0_20"/>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2nd 3rd and 4th slides as well" id="142" name="Google Shape;142;g3be69aaf871_0_15"/>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visualize the same way, 6th slide, " id="148" name="Google Shape;148;g3be69aaf871_0_0"/>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same way, 7th slide" id="154" name="Google Shape;154;g3be69aaf871_0_5"/>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copy all remaining sllides with visuals like this, I will decide to replace or no" id="160" name="Google Shape;160;g3be69aaf871_0_10"/>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descr="remove uofa " id="166" name="Google Shape;166;g3be69aaf871_0_40"/>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A Palette">
      <a:dk1>
        <a:srgbClr val="000000"/>
      </a:dk1>
      <a:lt1>
        <a:srgbClr val="FFFFFF"/>
      </a:lt1>
      <a:dk2>
        <a:srgbClr val="275D37"/>
      </a:dk2>
      <a:lt2>
        <a:srgbClr val="F1CC00"/>
      </a:lt2>
      <a:accent1>
        <a:srgbClr val="F68D2E"/>
      </a:accent1>
      <a:accent2>
        <a:srgbClr val="E56954"/>
      </a:accent2>
      <a:accent3>
        <a:srgbClr val="C86BA8"/>
      </a:accent3>
      <a:accent4>
        <a:srgbClr val="007933"/>
      </a:accent4>
      <a:accent5>
        <a:srgbClr val="6CC249"/>
      </a:accent5>
      <a:accent6>
        <a:srgbClr val="6BBBAE"/>
      </a:accent6>
      <a:hlink>
        <a:srgbClr val="7BA3DB"/>
      </a:hlink>
      <a:folHlink>
        <a:srgbClr val="FFB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A Palette">
      <a:dk1>
        <a:srgbClr val="000000"/>
      </a:dk1>
      <a:lt1>
        <a:srgbClr val="FFFFFF"/>
      </a:lt1>
      <a:dk2>
        <a:srgbClr val="275D37"/>
      </a:dk2>
      <a:lt2>
        <a:srgbClr val="F1CC00"/>
      </a:lt2>
      <a:accent1>
        <a:srgbClr val="F68D2E"/>
      </a:accent1>
      <a:accent2>
        <a:srgbClr val="E56954"/>
      </a:accent2>
      <a:accent3>
        <a:srgbClr val="C86BA8"/>
      </a:accent3>
      <a:accent4>
        <a:srgbClr val="007933"/>
      </a:accent4>
      <a:accent5>
        <a:srgbClr val="6CC249"/>
      </a:accent5>
      <a:accent6>
        <a:srgbClr val="6BBBAE"/>
      </a:accent6>
      <a:hlink>
        <a:srgbClr val="7BA3DB"/>
      </a:hlink>
      <a:folHlink>
        <a:srgbClr val="FFB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2021-08-27T13:13:24Z</dcterms:created>
  <dc:creator>Microsoft Office User</dc:creator>
</cp:coreProperties>
</file>